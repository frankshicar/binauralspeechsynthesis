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GeoWarpFiLMNet v6.3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Binaural Audio Synthesis with FiLM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模型概覽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目標：從單聲道音訊合成雙耳音訊</a:t>
            </a:r>
          </a:p>
          <a:p>
            <a:pPr>
              <a:defRPr sz="1600"/>
            </a:pPr>
            <a:r>
              <a:t>輸入：mono (B,1,9600) + view (B,7,24)</a:t>
            </a:r>
          </a:p>
          <a:p>
            <a:pPr>
              <a:defRPr sz="1600"/>
            </a:pPr>
            <a:r>
              <a:t>輸出：y_L, y_R (B,1,9600)</a:t>
            </a:r>
          </a:p>
          <a:p>
            <a:pPr>
              <a:defRPr sz="1600"/>
            </a:pPr>
            <a:r>
              <a:t>核心技術：</a:t>
            </a:r>
          </a:p>
          <a:p>
            <a:pPr>
              <a:defRPr sz="1600"/>
            </a:pPr>
            <a:r>
              <a:t>  • Geometric + Neural Warp（時域處理）</a:t>
            </a:r>
          </a:p>
          <a:p>
            <a:pPr>
              <a:defRPr sz="1600"/>
            </a:pPr>
            <a:r>
              <a:t>  • FiLM ResBlocks（頻域調製）</a:t>
            </a:r>
          </a:p>
          <a:p>
            <a:pPr>
              <a:defRPr sz="1600"/>
            </a:pPr>
            <a:r>
              <a:t>  • Magnitude/Phase 分離預測</a:t>
            </a:r>
          </a:p>
          <a:p>
            <a:pPr>
              <a:defRPr sz="1600"/>
            </a:pPr>
            <a:r>
              <a:t>參數量：2,203,718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完整架構流程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 b="0">
                <a:solidFill>
                  <a:srgbClr val="000000"/>
                </a:solidFill>
              </a:defRPr>
            </a:pPr>
            <a:r>
              <a:t>mono (B,1,9600) + view (B,7,24)</a:t>
            </a:r>
            <a:br/>
            <a:r>
              <a:t>    ↓</a:t>
            </a:r>
            <a:br/>
            <a:r>
              <a:t>┌─────────────────────┐</a:t>
            </a:r>
            <a:br/>
            <a:r>
              <a:t>│  GeometricWarper    │  物理公式計算 ITD</a:t>
            </a:r>
            <a:br/>
            <a:r>
              <a:t>└─────────────────────┘</a:t>
            </a:r>
            <a:br/>
            <a:r>
              <a:t>    ↓ geo_wf (B,2,9600)</a:t>
            </a:r>
            <a:br/>
            <a:r>
              <a:t>┌─────────────────────┐</a:t>
            </a:r>
            <a:br/>
            <a:r>
              <a:t>│ NeuralWarpCorrector │  6層Conv1d修正</a:t>
            </a:r>
            <a:br/>
            <a:r>
              <a:t>└─────────────────────┘</a:t>
            </a:r>
            <a:br/>
            <a:r>
              <a:t>    ↓ y_init (B,2,9600)</a:t>
            </a:r>
            <a:br/>
            <a:r>
              <a:t>┌─────────────────────┐</a:t>
            </a:r>
            <a:br/>
            <a:r>
              <a:t>│       STFT          │  n_fft=1024, hop=256</a:t>
            </a:r>
            <a:br/>
            <a:r>
              <a:t>└─────────────────────┘</a:t>
            </a:r>
            <a:br/>
            <a:r>
              <a:t>    ↓ Y_L_init, Y_R_init (複數)</a:t>
            </a:r>
            <a:br/>
            <a:r>
              <a:t>┌─────────────────────┐</a:t>
            </a:r>
            <a:br/>
            <a:r>
              <a:t>│  提取 Magnitude     │  .abs()</a:t>
            </a:r>
            <a:br/>
            <a:r>
              <a:t>└─────────────────────┘</a:t>
            </a:r>
            <a:br/>
            <a:r>
              <a:t>    ↓ (B,2,513,38)</a:t>
            </a:r>
            <a:br/>
            <a:r>
              <a:t>┌─────────────────────┐</a:t>
            </a:r>
            <a:br/>
            <a:r>
              <a:t>│      Encoder        │  Conv2d: 2→128 channels</a:t>
            </a:r>
            <a:br/>
            <a:r>
              <a:t>└─────────────────────┘</a:t>
            </a:r>
            <a:br/>
            <a:r>
              <a:t>    ↓ (B,128,513,38)</a:t>
            </a:r>
            <a:br/>
            <a:r>
              <a:t>┌─────────────────────┐</a:t>
            </a:r>
            <a:br/>
            <a:r>
              <a:t>│  FiLM ResBlocks ×8  │  根據位置調製特徵</a:t>
            </a:r>
            <a:br/>
            <a:r>
              <a:t>└─────────────────────┘</a:t>
            </a:r>
            <a:br/>
            <a:r>
              <a:t>    ↓ (B,128,513,38)</a:t>
            </a:r>
            <a:br/>
            <a:r>
              <a:t>┌──────────┬──────────┐</a:t>
            </a:r>
            <a:br/>
            <a:r>
              <a:t>│Magnitude │  Phase   │</a:t>
            </a:r>
            <a:br/>
            <a:r>
              <a:t>│   Head   │   Head   │</a:t>
            </a:r>
            <a:br/>
            <a:r>
              <a:t>└──────────┴──────────┘</a:t>
            </a:r>
            <a:br/>
            <a:r>
              <a:t>    ↓           ↓</a:t>
            </a:r>
            <a:br/>
            <a:r>
              <a:t>  mag_pred   phase_res</a:t>
            </a:r>
            <a:br/>
            <a:r>
              <a:t>    ↓           ↓</a:t>
            </a:r>
            <a:br/>
            <a:r>
              <a:t>  重建複數頻譜 Y_pred</a:t>
            </a:r>
            <a:br/>
            <a:r>
              <a:t>    ↓</a:t>
            </a:r>
            <a:br/>
            <a:r>
              <a:t>  iSTFT</a:t>
            </a:r>
            <a:br/>
            <a:r>
              <a:t>    ↓</a:t>
            </a:r>
            <a:br/>
            <a:r>
              <a:t>  y_L, y_R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Warp 組件（串聯）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GeometricWarper（物理公式，無參數）</a:t>
            </a:r>
          </a:p>
          <a:p>
            <a:pPr>
              <a:defRPr sz="1400"/>
            </a:pPr>
            <a:r>
              <a:t>   • 計算：geo_wf = -distance / 343 * 48000</a:t>
            </a:r>
          </a:p>
          <a:p>
            <a:pPr>
              <a:defRPr sz="1400"/>
            </a:pPr>
            <a:r>
              <a:t>   • 輸出：geo_wf (B, 2, 9600)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NeuralWarpCorrector（神經網路，有參數）</a:t>
            </a:r>
          </a:p>
          <a:p>
            <a:pPr>
              <a:defRPr sz="1400"/>
            </a:pPr>
            <a:r>
              <a:t>   • 輸入：mono + view + geo_wf</a:t>
            </a:r>
          </a:p>
          <a:p>
            <a:pPr>
              <a:defRPr sz="1400"/>
            </a:pPr>
            <a:r>
              <a:t>   • 6層 Conv1d → delta</a:t>
            </a:r>
          </a:p>
          <a:p>
            <a:pPr>
              <a:defRPr sz="1400"/>
            </a:pPr>
            <a:r>
              <a:t>   • warpfield = geo_wf + delta</a:t>
            </a:r>
          </a:p>
          <a:p>
            <a:pPr>
              <a:defRPr sz="1400"/>
            </a:pPr>
            <a:r>
              <a:t>   • MonotoneTimeWarper → y_init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設計理念：物理公式提供初始值，神經網路學習修正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FiLM 調製機制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300" b="0">
                <a:solidFill>
                  <a:srgbClr val="000000"/>
                </a:solidFill>
              </a:defRPr>
            </a:pPr>
            <a:r>
              <a:t>核心公式：output = gamma × input + beta</a:t>
            </a:r>
            <a:br/>
            <a:br/>
            <a:r>
              <a:t>流程：</a:t>
            </a:r>
            <a:br/>
            <a:r>
              <a:t>1. view → TemporalPositionEncoder → pos_feat (B,256,38)</a:t>
            </a:r>
            <a:br/>
            <a:br/>
            <a:r>
              <a:t>2. 每個 ResBlock：</a:t>
            </a:r>
            <a:br/>
            <a:r>
              <a:t>   pos_feat → film_net (Conv1d 256→128) → params</a:t>
            </a:r>
            <a:br/>
            <a:r>
              <a:t>   params → reshape → gamma, beta (B,64,38)</a:t>
            </a:r>
            <a:br/>
            <a:r>
              <a:t>   gamma, beta → 擴展到 513 頻率 → (B,513,38)</a:t>
            </a:r>
            <a:br/>
            <a:r>
              <a:t>   </a:t>
            </a:r>
            <a:br/>
            <a:r>
              <a:t>3. 調製：</a:t>
            </a:r>
            <a:br/>
            <a:r>
              <a:t>   x = Conv2d(x_in)           # 提取特徵</a:t>
            </a:r>
            <a:br/>
            <a:r>
              <a:t>   x = gamma × x + beta       # FiLM 調製</a:t>
            </a:r>
            <a:br/>
            <a:r>
              <a:t>   x = ReLU(x + residual)     # Residual connection</a:t>
            </a:r>
            <a:br/>
            <a:br/>
            <a:r>
              <a:t>作用：根據位置動態調整不同頻率的特徵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FiLM ResBlock 詳細結構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200" b="0">
                <a:solidFill>
                  <a:srgbClr val="000000"/>
                </a:solidFill>
              </a:defRPr>
            </a:pPr>
            <a:r>
              <a:t>輸入：x_in (B,128,513,38) + pos_feat (B,256,38)</a:t>
            </a:r>
            <a:br/>
            <a:br/>
            <a:r>
              <a:t>┌─────────────────────────────────────┐</a:t>
            </a:r>
            <a:br/>
            <a:r>
              <a:t>│  residual = x_in  (保存原始輸入)     │</a:t>
            </a:r>
            <a:br/>
            <a:r>
              <a:t>│                                     │</a:t>
            </a:r>
            <a:br/>
            <a:r>
              <a:t>│  ┌──────────────────────────────┐  │</a:t>
            </a:r>
            <a:br/>
            <a:r>
              <a:t>│  │  FiLM Parameter Net          │  │</a:t>
            </a:r>
            <a:br/>
            <a:r>
              <a:t>│  │  pos_feat → Conv1d → γ, β    │  │</a:t>
            </a:r>
            <a:br/>
            <a:r>
              <a:t>│  └──────────────────────────────┘  │</a:t>
            </a:r>
            <a:br/>
            <a:r>
              <a:t>│              ↓                      │</a:t>
            </a:r>
            <a:br/>
            <a:r>
              <a:t>│  ┌──────────────────────────────┐  │</a:t>
            </a:r>
            <a:br/>
            <a:r>
              <a:t>│  │  ResBlock 主分支              │  │</a:t>
            </a:r>
            <a:br/>
            <a:r>
              <a:t>│  │  x = Conv2d(x_in)             │  │</a:t>
            </a:r>
            <a:br/>
            <a:r>
              <a:t>│  │  x = BatchNorm + ReLU         │  │</a:t>
            </a:r>
            <a:br/>
            <a:r>
              <a:t>│  │  x = Conv2d(x)                │  │</a:t>
            </a:r>
            <a:br/>
            <a:r>
              <a:t>│  │  x = BatchNorm                │  │</a:t>
            </a:r>
            <a:br/>
            <a:r>
              <a:t>│  │  x = gamma × x + beta  (FiLM) │  │</a:t>
            </a:r>
            <a:br/>
            <a:r>
              <a:t>│  └──────────────────────────────┘  │</a:t>
            </a:r>
            <a:br/>
            <a:r>
              <a:t>│              ↓                      │</a:t>
            </a:r>
            <a:br/>
            <a:r>
              <a:t>│  x_out = ReLU(x + residual)        │</a:t>
            </a:r>
            <a:br/>
            <a:r>
              <a:t>└─────────────────────────────────────┘</a:t>
            </a:r>
            <a:br/>
            <a:br/>
            <a:r>
              <a:t>輸出：x_out (B,128,513,38)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Decoder：兩個輸出頭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輸入：FiLM ResBlocks 輸出 (B,128,513,38)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MagnitudeHead：</a:t>
            </a:r>
          </a:p>
          <a:p>
            <a:pPr>
              <a:defRPr sz="1300"/>
            </a:pPr>
            <a:r>
              <a:t>  • Conv2d 128→64→2</a:t>
            </a:r>
          </a:p>
          <a:p>
            <a:pPr>
              <a:defRPr sz="1300"/>
            </a:pPr>
            <a:r>
              <a:t>  • Softplus 激活（確保 &gt; 0）</a:t>
            </a:r>
          </a:p>
          <a:p>
            <a:pPr>
              <a:defRPr sz="1300"/>
            </a:pPr>
            <a:r>
              <a:t>  • 輸出：mag_L, mag_R (B,513,38)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PhaseHead：</a:t>
            </a:r>
          </a:p>
          <a:p>
            <a:pPr>
              <a:defRPr sz="1300"/>
            </a:pPr>
            <a:r>
              <a:t>  • Conv2d 128→64→2</a:t>
            </a:r>
          </a:p>
          <a:p>
            <a:pPr>
              <a:defRPr sz="1300"/>
            </a:pPr>
            <a:r>
              <a:t>  • Tanh × π 激活（範圍 [-π, π]）</a:t>
            </a:r>
          </a:p>
          <a:p>
            <a:pPr>
              <a:defRPr sz="1300"/>
            </a:pPr>
            <a:r>
              <a:t>  • 輸出：phase_res (B,2,513,38)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重建：</a:t>
            </a:r>
          </a:p>
          <a:p>
            <a:pPr>
              <a:defRPr sz="1300"/>
            </a:pPr>
            <a:r>
              <a:t>  • phase_pred = phase_init + phase_res</a:t>
            </a:r>
          </a:p>
          <a:p>
            <a:pPr>
              <a:defRPr sz="1300"/>
            </a:pPr>
            <a:r>
              <a:t>  • Y_pred = mag_pred × exp(j × phase_pred)</a:t>
            </a:r>
          </a:p>
          <a:p>
            <a:pPr>
              <a:defRPr sz="1300"/>
            </a:pPr>
            <a:r>
              <a:t>  • y = iSTFT(Y_pred)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關鍵設計選擇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1. 為什麼只用 Magnitude 做輸入？</a:t>
            </a:r>
          </a:p>
          <a:p>
            <a:pPr>
              <a:defRPr sz="1200"/>
            </a:pPr>
            <a:r>
              <a:t>   • Magnitude 是平滑的、非負的，更適合 CNN</a:t>
            </a:r>
          </a:p>
          <a:p>
            <a:pPr>
              <a:defRPr sz="1200"/>
            </a:pPr>
            <a:r>
              <a:t>   • Phase 可以從 magnitude 特徵推斷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2. 為什麼 Phase 用 Residual？</a:t>
            </a:r>
          </a:p>
          <a:p>
            <a:pPr>
              <a:defRPr sz="1200"/>
            </a:pPr>
            <a:r>
              <a:t>   • phase_init 已經接近正確（來自 warp）</a:t>
            </a:r>
          </a:p>
          <a:p>
            <a:pPr>
              <a:defRPr sz="1200"/>
            </a:pPr>
            <a:r>
              <a:t>   • 只需學習小的修正，更容易訓練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3. 為什麼分兩個 Head？</a:t>
            </a:r>
          </a:p>
          <a:p>
            <a:pPr>
              <a:defRPr sz="1200"/>
            </a:pPr>
            <a:r>
              <a:t>   • Magnitude 和 Phase 特性不同</a:t>
            </a:r>
          </a:p>
          <a:p>
            <a:pPr>
              <a:defRPr sz="1200"/>
            </a:pPr>
            <a:r>
              <a:t>   • 分開學習更容易，可以用不同的激活函數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4. 為什麼用 FiLM？</a:t>
            </a:r>
          </a:p>
          <a:p>
            <a:pPr>
              <a:defRPr sz="1200"/>
            </a:pPr>
            <a:r>
              <a:t>   • 根據位置動態調整特徵</a:t>
            </a:r>
          </a:p>
          <a:p>
            <a:pPr>
              <a:defRPr sz="1200"/>
            </a:pPr>
            <a:r>
              <a:t>   • 每層都可以做位置相關的調整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v6.3 改進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1. Log-scale 頻帶分配</a:t>
            </a:r>
          </a:p>
          <a:p>
            <a:pPr>
              <a:defRPr sz="1300"/>
            </a:pPr>
            <a:r>
              <a:t>   • v6：線性分配，低頻只有 4/64 參數</a:t>
            </a:r>
          </a:p>
          <a:p>
            <a:pPr>
              <a:defRPr sz="1300"/>
            </a:pPr>
            <a:r>
              <a:t>   • v6.3：對數分配，低頻有 ~20/64 參數</a:t>
            </a:r>
          </a:p>
          <a:p>
            <a:pPr>
              <a:defRPr sz="1300"/>
            </a:pPr>
            <a:r>
              <a:t>   • 效果：低頻控制更精細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2. NeuralWarpCorrector 加深</a:t>
            </a:r>
          </a:p>
          <a:p>
            <a:pPr>
              <a:defRPr sz="1300"/>
            </a:pPr>
            <a:r>
              <a:t>   • v6：4 層 Conv1d</a:t>
            </a:r>
          </a:p>
          <a:p>
            <a:pPr>
              <a:defRPr sz="1300"/>
            </a:pPr>
            <a:r>
              <a:t>   • v6.3：6 層 Conv1d</a:t>
            </a:r>
          </a:p>
          <a:p>
            <a:pPr>
              <a:defRPr sz="1300"/>
            </a:pPr>
            <a:r>
              <a:t>   • 效果：更大感受野，更好的 ITD 預測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3. Low-freq sin²(diff/2) IPD Loss</a:t>
            </a:r>
          </a:p>
          <a:p>
            <a:pPr>
              <a:defRPr sz="1300"/>
            </a:pPr>
            <a:r>
              <a:t>   • 只計算前 32 個頻率 bin</a:t>
            </a:r>
          </a:p>
          <a:p>
            <a:pPr>
              <a:defRPr sz="1300"/>
            </a:pPr>
            <a:r>
              <a:t>   • sin²(diff/2) 比 cosine 有更好的梯度</a:t>
            </a:r>
          </a:p>
          <a:p>
            <a:pPr>
              <a:defRPr sz="1300"/>
            </a:pPr>
            <a:r>
              <a:t>   • 效果：低頻相位預測更準確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數據流總結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 b="0">
                <a:solidFill>
                  <a:srgbClr val="000000"/>
                </a:solidFill>
              </a:defRPr>
            </a:pPr>
            <a:r>
              <a:t>時域 → 頻域 → 特徵 → 調製 → 預測 → 重建</a:t>
            </a:r>
            <a:br/>
            <a:br/>
            <a:r>
              <a:t>mono (時域)</a:t>
            </a:r>
            <a:br/>
            <a:r>
              <a:t>  → Warp → y_init (時域，雙耳)</a:t>
            </a:r>
            <a:br/>
            <a:r>
              <a:t>  → STFT → Y_init (頻域，複數)</a:t>
            </a:r>
            <a:br/>
            <a:r>
              <a:t>  → .abs() → magnitude (頻域，實數)</a:t>
            </a:r>
            <a:br/>
            <a:r>
              <a:t>  → Encoder → 特徵 (128 channels)</a:t>
            </a:r>
            <a:br/>
            <a:r>
              <a:t>  → FiLM → 調製後的特徵</a:t>
            </a:r>
            <a:br/>
            <a:r>
              <a:t>  → Heads → magnitude + phase (預測)</a:t>
            </a:r>
            <a:br/>
            <a:r>
              <a:t>  → 重建 → Y_pred (頻域，複數)</a:t>
            </a:r>
            <a:br/>
            <a:r>
              <a:t>  → iSTFT → y (時域，雙耳)</a:t>
            </a:r>
            <a:br/>
            <a:br/>
            <a:r>
              <a:t>關鍵：</a:t>
            </a:r>
            <a:br/>
            <a:r>
              <a:t>• Warp 處理 ITD（時域）</a:t>
            </a:r>
            <a:br/>
            <a:r>
              <a:t>• FiLM 處理 ILD/IPD（頻域）</a:t>
            </a:r>
            <a:br/>
            <a:r>
              <a:t>• Magnitude 特徵 → 推斷 Phase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左右聲道處理流程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分開階段：</a:t>
            </a:r>
          </a:p>
          <a:p>
            <a:pPr>
              <a:defRPr sz="1200"/>
            </a:pPr>
            <a:r>
              <a:t>  • Warp 輸出：y_init (B,2,9600) - 通道維度分 L/R</a:t>
            </a:r>
          </a:p>
          <a:p>
            <a:pPr>
              <a:defRPr sz="1200"/>
            </a:pPr>
            <a:r>
              <a:t>  • STFT 後：Y_L_init, Y_R_init - 兩個獨立 tensor</a:t>
            </a:r>
          </a:p>
          <a:p>
            <a:pPr>
              <a:defRPr sz="1200"/>
            </a:pPr>
            <a:r>
              <a:t>  • 最終輸出：y_L, y_R - 兩個獨立 tensor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合併階段：</a:t>
            </a:r>
          </a:p>
          <a:p>
            <a:pPr>
              <a:defRPr sz="1200"/>
            </a:pPr>
            <a:r>
              <a:t>  • Encoder 輸入：stack([mag_L, mag_R]) → (B,2,513,38)</a:t>
            </a:r>
          </a:p>
          <a:p>
            <a:pPr>
              <a:defRPr sz="1200"/>
            </a:pPr>
            <a:r>
              <a:t>  • Encoder 輸出：(B,128,513,38) - L/R 混合成 128 特徵</a:t>
            </a:r>
          </a:p>
          <a:p>
            <a:pPr>
              <a:defRPr sz="1200"/>
            </a:pPr>
            <a:r>
              <a:t>  • FiLM 處理：(B,128,513,38) - 處理混合特徵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再分開階段：</a:t>
            </a:r>
          </a:p>
          <a:p>
            <a:pPr>
              <a:defRPr sz="1200"/>
            </a:pPr>
            <a:r>
              <a:t>  • Magnitude Head：(B,2,513,38) - 通道 0=L, 1=R</a:t>
            </a:r>
          </a:p>
          <a:p>
            <a:pPr>
              <a:defRPr sz="1200"/>
            </a:pPr>
            <a:r>
              <a:t>  • Phase Head：(B,2,513,38) - 通道 0=L, 1=R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設計理念：合併處理學習 L/R 關係，最後分開輸出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與 DPATFNet 的差異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 b="0">
                <a:solidFill>
                  <a:srgbClr val="000000"/>
                </a:solidFill>
              </a:defRPr>
            </a:pPr>
            <a:r>
              <a:t>項目                  DPATFNet              GeoWarpFiLMNet v6.3</a:t>
            </a:r>
            <a:br/>
            <a:r>
              <a:t>─────────────────────────────────────────────────────────</a:t>
            </a:r>
            <a:br/>
            <a:r>
              <a:t>STFT hop_length      64 (高時間解析度)      256 (高頻率解析度)</a:t>
            </a:r>
            <a:br/>
            <a:r>
              <a:t>時間幀數              150 frames            38 frames</a:t>
            </a:r>
            <a:br/>
            <a:r>
              <a:t>STFT 後處理          保留複數頻譜           只用 magnitude</a:t>
            </a:r>
            <a:br/>
            <a:r>
              <a:t>頻域處理方式          Upsampling            固定解析度 FiLM</a:t>
            </a:r>
            <a:br/>
            <a:r>
              <a:t>Position 融合        MPF (淺層融合)         FiLM (每層調製)</a:t>
            </a:r>
            <a:br/>
            <a:r>
              <a:t>架構風格              生成式                 編碼-解碼</a:t>
            </a:r>
            <a:br/>
            <a:r>
              <a:t>Doppler 建模         DPAB (dual attention)  FiLM (implicit)</a:t>
            </a:r>
            <a:br/>
            <a:r>
              <a:t>輸出方式              Conv1+Tanh            重建複數頻譜+iSTFT</a:t>
            </a:r>
            <a:br/>
            <a:br/>
            <a:r>
              <a:t>性能：</a:t>
            </a:r>
            <a:br/>
            <a:r>
              <a:t>• Phase-L2: 0.717 (兩者相同)</a:t>
            </a:r>
            <a:br/>
            <a:r>
              <a:t>• 你的模型更簡單，計算量更小</a:t>
            </a:r>
            <a:br/>
            <a:r>
              <a:t>• DPATFNet 時間解析度更高，更適合捕捉 Doppler effect</a:t>
            </a:r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訓練細節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Loss Function：</a:t>
            </a:r>
          </a:p>
          <a:p>
            <a:pPr>
              <a:defRPr sz="1400"/>
            </a:pPr>
            <a:r>
              <a:t>  • Stage 1: L2 + Low-freq sin²(diff/2) IPD</a:t>
            </a:r>
          </a:p>
          <a:p>
            <a:pPr>
              <a:defRPr sz="1400"/>
            </a:pPr>
            <a:r>
              <a:t>  • Stage 2: L2 + Phase + IPD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STFT 參數：</a:t>
            </a:r>
          </a:p>
          <a:p>
            <a:pPr>
              <a:defRPr sz="1400"/>
            </a:pPr>
            <a:r>
              <a:t>  • n_fft: 1024</a:t>
            </a:r>
          </a:p>
          <a:p>
            <a:pPr>
              <a:defRPr sz="1400"/>
            </a:pPr>
            <a:r>
              <a:t>  • hop_length: 256</a:t>
            </a:r>
          </a:p>
          <a:p>
            <a:pPr>
              <a:defRPr sz="1400"/>
            </a:pPr>
            <a:r>
              <a:t>  • win_length: 1024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模型參數：</a:t>
            </a:r>
          </a:p>
          <a:p>
            <a:pPr>
              <a:defRPr sz="1400"/>
            </a:pPr>
            <a:r>
              <a:t>  • Encoder: Conv2d 2→128 channels</a:t>
            </a:r>
          </a:p>
          <a:p>
            <a:pPr>
              <a:defRPr sz="1400"/>
            </a:pPr>
            <a:r>
              <a:t>  • FiLM ResBlocks: 8 層，dilation [1,2,4,8,1,2,4,8]</a:t>
            </a:r>
          </a:p>
          <a:p>
            <a:pPr>
              <a:defRPr sz="1400"/>
            </a:pPr>
            <a:r>
              <a:t>  • NeuralWarpCorrector: 6 層 Conv1d</a:t>
            </a:r>
          </a:p>
          <a:p>
            <a:pPr>
              <a:defRPr sz="1400"/>
            </a:pPr>
            <a:r>
              <a:t>  • 總參數: 2,203,718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